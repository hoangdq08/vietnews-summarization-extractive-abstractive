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Lead-3</c:v>
                  </c:pt>
                  <c:pt idx="1">
                    <c:v>TextRank</c:v>
                  </c:pt>
                  <c:pt idx="2">
                    <c:v>ViT5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25.07</c:v>
                </c:pt>
                <c:pt idx="1">
                  <c:v>24.28</c:v>
                </c:pt>
                <c:pt idx="2">
                  <c:v>26.64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rgbClr val="8A8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Lead-3</c:v>
                  </c:pt>
                  <c:pt idx="1">
                    <c:v>TextRank</c:v>
                  </c:pt>
                  <c:pt idx="2">
                    <c:v>ViT5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12.96</c:v>
                </c:pt>
                <c:pt idx="1">
                  <c:v>11</c:v>
                </c:pt>
                <c:pt idx="2">
                  <c:v>13.41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ROUGE-L</c:v>
                </c:pt>
              </c:strCache>
            </c:strRef>
          </c:tx>
          <c:spPr>
            <a:solidFill>
              <a:srgbClr val="B843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Lead-3</c:v>
                  </c:pt>
                  <c:pt idx="1">
                    <c:v>TextRank</c:v>
                  </c:pt>
                  <c:pt idx="2">
                    <c:v>ViT5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18.41</c:v>
                </c:pt>
                <c:pt idx="1">
                  <c:v>17.3</c:v>
                </c:pt>
                <c:pt idx="2">
                  <c:v>20.84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C0A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F1 × 100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7F3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 ·  XỬ LÝ NGÔN NGỮ TỰ NHIÊN  ·  UIT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sánh tóm tắt rút trích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và tóm lược trên tin tức tiếng Việt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comparative study of extractive and abstractive summarization on Vietnews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926080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69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Lead-3  ·  TextRank  ·  ViT5 (checkpoint VietAI, không fine-tune)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bài test đầu  ·  ROUGE-1/2/L  ·  đọc tay 20 bài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Trí Toàn  26410135    ·    Nguyễn Văn Thái  26410108    ·    Đỗ Quốc Hoàng  26410043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hoangdq08/vietnews-summarization-extractive-abstractive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NỘI 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phút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Bốn khối báo cáo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55680" cy="932688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556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168249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tóm tắt tin tiếng Việt; extractive vs abstractive.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11155680" cy="932688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072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73405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0815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Vietnews test-100, Lead-3, TextRank, ViT5 sẵn có.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11155680" cy="932688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5876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378561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133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n=100; đọc tay 20 bài — ViT5 cao điểm vẫn sai tên.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55680" cy="932688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9103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4837176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1846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cột trên máy / Docker. Không phụ thuộc Kaggle lúc bảo vệ.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ĐẶT VẤN ĐỀ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Bài báo dài. Người đọc cần vài câu đúng ý.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394960" cy="411480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600200"/>
            <a:ext cx="5394960" cy="4114800"/>
          </a:xfrm>
          <a:prstGeom prst="rect">
            <a:avLst/>
          </a:prstGeom>
          <a:solidFill>
            <a:srgbClr val="F2E5D0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có hai cách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Rút trích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(extractive)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câu sẵn có trong bài, ghép lại. Ít bịa chữ mới. Có thể cụt, không liền mạch, lệch sapo.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có hai cách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Tóm lược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(abstractive)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câu mới. Mượt hơn. Có thể sai tên, sai số, đảo ý — ROUGE không bắt hết.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CÂU HỎI NGHIÊN CỨU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1155680" cy="214884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Trên cùng tập test tin tức tiếng Việt, Lead-3, TextRank và ViT5 khác nhau thế nào về ROUGE — và khi đọc tay thì mỗi hệ sai kiểu gì?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3611880" cy="21945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LÀM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lại ViT5 trên Vietnews. BERT+K-Means đa văn bản (trùng bài 8).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3474720"/>
            <a:ext cx="3611880" cy="21945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LÀM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hệ, cùng 100 id test, ROUGE, 20 bài đọc tay, demo 3 cột.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3474720"/>
            <a:ext cx="3611880" cy="21945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4069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 là checkpoint VietAI đã học Vietnews. Nhóm chạy sẵn, không nhận SOTA.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PHÁT BIỂU BÀI TOÁN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Một bài → một bản tóm tắt ngắn. Chấm với abstract mẫu.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103120" cy="8229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9052560" cy="8229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7099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Thân bài tiếng Việt (Vietnews, đã tách từ sẵn).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2103120" cy="8229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2468880"/>
            <a:ext cx="9052560" cy="8229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6700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câu tóm tắt (Lead-3 / TextRank chọn câu; ViT5 sinh câu).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2103120" cy="8229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06040" y="3429000"/>
            <a:ext cx="9052560" cy="8229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630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abstract trong file (đoạn sapo, tách khỏi thân bằng dòng trống).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389120"/>
            <a:ext cx="2103120" cy="8229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đo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06040" y="4389120"/>
            <a:ext cx="9052560" cy="8229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590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ROUGE-1, ROUGE-2, ROUGE-L (F1). Cùng 100 id.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DỮ LIỆU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Vietnews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test_tokenized — 100 file đầu, đúng thứ tự tên.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73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github.com/ThanhChinhBK/vietnews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73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data/test_tokenized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99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000001.txt.seg … 000100.txt.seg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83464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999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337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abstract / thân bài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25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dấu _ — không gọi lại underthesea trên gold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4160520"/>
            <a:ext cx="557784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325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tự trộn train/test; không train trên Vietnews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Kaggle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Extractive ở máy. Abstractive chỉ inference trên Kaggle T4.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828800" cy="39319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title / gold / body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828800" cy="39319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câu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8716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thân bài ≈ 1 câu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1828800" cy="39319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312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câu đầu, CPU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1828800" cy="39319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908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+ PageRank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1554480"/>
            <a:ext cx="1828800" cy="3931920"/>
          </a:xfrm>
          <a:prstGeom prst="rect">
            <a:avLst/>
          </a:prstGeom>
          <a:solidFill>
            <a:srgbClr val="F2E5D0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36676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504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T5Tokenizer, 4.44.2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41280" y="1554480"/>
            <a:ext cx="1828800" cy="39319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84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33272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51008" y="3566160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_ → space, rồi F1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BA HỆ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train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3611880" cy="49377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Lead-3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câu đầu thân bài. Baseline chuẩn tóm tắt tin. Không học.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051560"/>
            <a:ext cx="3611880" cy="49377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691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TextRank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câu, ma trận cosine, PageRank 40 vòng, lấy 3 câu theo thứ tự gốc.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1051560"/>
            <a:ext cx="3611880" cy="4937760"/>
          </a:xfrm>
          <a:prstGeom prst="rect">
            <a:avLst/>
          </a:prstGeom>
          <a:solidFill>
            <a:srgbClr val="0B0B0B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1691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VietAI/vit5-base-vietnews-summarization. Không prefix; generate max_length=256. Không fine-tune.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THIẾT LẬP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lập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Những gì đã chạy — không đoán thời gian GPU.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/>
              <a:tblGrid>
                <a:gridCol w="2926080"/>
                <a:gridCol w="8229600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tiết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 chấm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id đầu test_tokenized; file data/test_ids.txt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mini M4, CPU, sklearn TF-IDF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2× Tesla T4; 1 GPU cuda:0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Tokenizer 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T5Tokenizer; gỡ transformers 5, cài 4.44.2 (tránh KeyError: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 1024; max_length 256; early_stopping=True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 3 cột; Docker vietnews-demo cổng 7860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KẾT QUẢ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ROUGE F1  ·  thay “_” → space trên pred và ref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76656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1581912"/>
                <a:gridCol w="1581912"/>
                <a:gridCol w="1591056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371600"/>
            <a:ext cx="4160520" cy="3017520"/>
          </a:xfrm>
          <a:prstGeom prst="rect">
            <a:avLst/>
          </a:prstGeom>
          <a:solidFill>
            <a:srgbClr val="0B0B0B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bảng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26680" y="20116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 cao hơn một chút trên 100 bài này. Lead-3 ≥ TextRank. Không copy số paper. Không kết luận SOTA.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466344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giữ dấu “_”, ViT5 bị trừ oan vì model không sinh cá_nhân giống gold.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CÙNG MỘT BIỂU ĐỒ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× 100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 THEO ĐỘ DÀI BÀI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33 / nhóm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Ngưỡng 300 / 500 từ — làm tròn tertile (p33≈298, p67≈492).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496312"/>
                <a:gridCol w="2496312"/>
                <a:gridCol w="2505456"/>
              </a:tblGrid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 R-1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 R-1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ViT5 R-1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Ngắn  &lt;300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 300–499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Dài  ≥500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023360"/>
            <a:ext cx="3611880" cy="16916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160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572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 cao nhất cả R-1/2/L.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4023360"/>
            <a:ext cx="3611880" cy="16916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160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80560" y="4572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Lead-3 cao nhất (0.2638).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92440" y="4023360"/>
            <a:ext cx="3611880" cy="16916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160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572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ba giảm; ViT5 vẫn hơn extractive.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  N = 500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000001–000500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ViT5 0,2784 &gt; Lead-1 0,2719. Oracle-3 ≈ 0,46.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858000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1618488"/>
                <a:gridCol w="1618488"/>
                <a:gridCol w="1609344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E8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5D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371600"/>
            <a:ext cx="4069080" cy="4206240"/>
          </a:xfrm>
          <a:prstGeom prst="rect">
            <a:avLst/>
          </a:prstGeom>
          <a:solidFill>
            <a:srgbClr val="0B0B0B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bảng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201168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generate n=100; 100 bài đầu trùng preds.json. Gold gần sapo nên Lead-1 đã cao. ViT5 hơn Lead-1 một chút. Oracle ≈ 0,46: extractive còn cửa, Lead-3 chưa chọn đúng câu.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ĐỌC TAY 20 BÀI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không đủ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ViT5 điểm cao hơn vẫn sai tên và số.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194560" cy="11887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1554480"/>
            <a:ext cx="896112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828800"/>
            <a:ext cx="8549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tên / gán nhầm người; đảo polarity; bịa súng-dao; xe bồn thay máy ủi.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2194560" cy="11887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Lead-3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97480" y="2880360"/>
            <a:ext cx="896112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154680"/>
            <a:ext cx="8549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bịa (câu lấy từ bài). Hay lệch gold vì gold là sapo/kết luận.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2194560" cy="11887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72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TextRank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97480" y="4206240"/>
            <a:ext cx="8961120" cy="118872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480560"/>
            <a:ext cx="8549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Đôi khi nhảy đoạn hoặc trộn nhiều tin trong bài tổng hợp 24h.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BA VÍ DỤ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gold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657600" cy="48920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 tên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Hồ Xuân Huy, 12 năm tù.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ViT5: Bùi Quang Huy / Vũ nhôm, 3,2 tỷ.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051560"/>
            <a:ext cx="3657600" cy="48920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Bịa đối tượng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22402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trộm máy ủi, bán, mua dây chuyền.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931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ViT5: “xe bồn”, thuê sửa chữa.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657600" cy="489204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000036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Gán nhầm lời Dương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22402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Vĩnh chối Rolex 7.000 USD.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31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ViT5: Vĩnh “khai cho ông Vĩnh” 27 tỷ.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GPU lúc bảo vệ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 cột trên cùng một bài test.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320040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app/demo.py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http://127.0.0.1:7860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320040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 vietnews-demo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Cùng cổng 7860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611880" cy="320040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21040" y="23774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preds.json có sẵn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Lead-3 / TextRank tính lúc chọn bài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4983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video 2 phút dự phòng nếu máy phòng máy không có Docker.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KẾT LUẬN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577840" cy="49377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005840"/>
            <a:ext cx="5394960" cy="4937760"/>
          </a:xfrm>
          <a:prstGeom prst="rect">
            <a:avLst/>
          </a:prstGeom>
          <a:solidFill>
            <a:srgbClr val="F2E5D0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được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100 bài test đầu, ViT5 ROUGE cao hơn Lead-3 và TextRank một chút. n=500: ViT5 0,2784 &gt; Lead-1 0,2719.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tay 20 bài: ViT5 vẫn sai tên, đảo ý, bịa chi tiết — ROUGE không thay cho đối chiếu gold.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Lead-3 an toàn về chữ (lấy từ bài) nhưng hay lệch sapo.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nhận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tay / lệch số trên 100 bài; ROUGE 500 không thay error analysis.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ViT5 đã học Vietnews; không tách được “khả năng mô hình” với “đã thấy miền này”.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dạng bản tin 24h (nhiều tin/bài) cả ba hệ đều yếu.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đo latency; chưa full test paper.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NẾU LÀM TIẾP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 đồ án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1188720" cy="12801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91640" y="1097280"/>
            <a:ext cx="9966960" cy="12801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280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tay thêm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5960" y="17373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20 bài; đếm sai tên/số có hệ thống.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1188720" cy="12801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691640" y="2560320"/>
            <a:ext cx="9966960" cy="12801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7432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đa tin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32004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bài “an ninh 24h” thành từng tin trước khi tóm.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188720" cy="128016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691640" y="4023360"/>
            <a:ext cx="9966960" cy="1280160"/>
          </a:xfrm>
          <a:prstGeom prst="rect">
            <a:avLst/>
          </a:prstGeom>
          <a:solidFill>
            <a:srgbClr val="F7F3E8"/>
          </a:solidFill>
          <a:ln w="9525">
            <a:solidFill>
              <a:srgbClr val="C8C0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42062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train trùng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65960" y="46634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fine-tune, phải miền khác Vietnews.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TÀI LIỆU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02375" y="347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dùng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713232"/>
            <a:ext cx="11185855" cy="0"/>
          </a:xfrm>
          <a:prstGeom prst="line">
            <a:avLst/>
          </a:prstGeom>
          <a:noFill/>
          <a:ln w="9525">
            <a:solidFill>
              <a:srgbClr val="C8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Nguyen et al. — VNDS / Vietnews. https://github.com/ThanhChinhBK/vietnews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Phan et al. 2022. ViT5. NAACL SRW. Checkpoint: VietAI/vit5-base-vietnews-summarization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Lin 2004. ROUGE. Model card ViT5: không prefix, &lt;/s&gt;, max_length=256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Mihalcea &amp; Tarau — TextRank. Lead-3: baseline tóm tắt tin.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Repo nhóm: github.com/hoangdq08/vietnews-summarization-extractive-abstractive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· UIT  ·  Vietnews extractive vs abstractive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CS221  ·  HỎI ĐÁP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Câu nào cũng được.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EFE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Số liệu nằm trong results/.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127.0.0.1:7860   ·   Repo: hoangdq08/vietnews-summarization-extractive-abstractive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sánh tóm tắt rút trích và tóm lược trên tin tức tiếng Việt</dc:title>
  <dc:subject>Đồ án NLP — Vietnews extractive vs abstractive</dc:subject>
  <dc:creator>CS221 · UIT</dc:creator>
  <cp:lastModifiedBy>CS221 · UIT</cp:lastModifiedBy>
  <cp:revision>1</cp:revision>
  <dcterms:created xsi:type="dcterms:W3CDTF">2026-09-10T12:06:27Z</dcterms:created>
  <dcterms:modified xsi:type="dcterms:W3CDTF">2026-09-10T12:06:27Z</dcterms:modified>
</cp:coreProperties>
</file>