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069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Trí Toàn  26410135    ·    Nguyễn Văn Thái  26410108    ·    Đỗ Quốc Hoàng  26410043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test_tokenized; file data/test_ids.txt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  THEO ĐỘ DÀI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33 / nhóm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Ngưỡng 300 / 500 từ — làm tròn tertile (p33≈298, p67≈492).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2496312"/>
                <a:gridCol w="2496312"/>
                <a:gridCol w="2505456"/>
              </a:tblGrid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Ngắn  &lt;300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 300–499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Dài  ≥500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nhất cả R-1/2/L.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8056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cao nhất (0.2638).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9244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7532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Dài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ba giảm; ViT5 vẫn hơn extractive.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10c  N = 500  ·  EXTRACTIVE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000001–000500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Lead-1 &gt; Lead-3. Oracle-3 ≈ 0,46 — còn câu tốt hơn 3 câu đầu.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858000" cy="4206240"/>
        </p:xfrm>
        <a:graphic>
          <a:graphicData uri="http://schemas.openxmlformats.org/drawingml/2006/table">
            <a:tbl>
              <a:tblPr/>
              <a:tblGrid>
                <a:gridCol w="2011680"/>
                <a:gridCol w="1618488"/>
                <a:gridCol w="1618488"/>
                <a:gridCol w="1609344"/>
              </a:tblGrid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TextRank-3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Oracle-3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0.4646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371600"/>
            <a:ext cx="4069080" cy="420624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18120" y="201168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gần sapo nên 1 câu đầu đã khớp. Oracle chứng tỏ extractive chưa hết sức — Lead-3 chưa chọn đúng 3 câu. ViT5-500: notebook Kaggle riêng, chưa chạy.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 Vietnews, ViT5 ROUGE-1/2/L cao hơn Lead-3 và TextRank một chút.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100 bài, không phải full test gốc paper.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full test paper.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2026-09-08T16:14:51Z</dcterms:created>
  <dcterms:modified xsi:type="dcterms:W3CDTF">2026-09-08T16:14:51Z</dcterms:modified>
</cp:coreProperties>
</file>