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ROUGE-1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25.07</c:v>
                </c:pt>
                <c:pt idx="1">
                  <c:v>24.28</c:v>
                </c:pt>
                <c:pt idx="2">
                  <c:v>26.64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ROUGE-2</c:v>
                </c:pt>
              </c:strCache>
            </c:strRef>
          </c:tx>
          <c:spPr>
            <a:solidFill>
              <a:srgbClr val="8A85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12.96</c:v>
                </c:pt>
                <c:pt idx="1">
                  <c:v>11</c:v>
                </c:pt>
                <c:pt idx="2">
                  <c:v>13.41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ROUGE-L</c:v>
                </c:pt>
              </c:strCache>
            </c:strRef>
          </c:tx>
          <c:spPr>
            <a:solidFill>
              <a:srgbClr val="B843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18.41</c:v>
                </c:pt>
                <c:pt idx="1">
                  <c:v>17.3</c:v>
                </c:pt>
                <c:pt idx="2">
                  <c:v>20.84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0A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F1 × 100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5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7F3E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XỬ LÝ NGÔN NGỮ TỰ NHIÊN  ·  UIT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sánh tóm tắt rút trích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và tóm lược trên tin tức tiếng Việt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comparative study of extractive and abstractive summarization on Vietnews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2926080" cy="0"/>
          </a:xfrm>
          <a:prstGeom prst="line">
            <a:avLst/>
          </a:prstGeom>
          <a:noFill/>
          <a:ln w="25400">
            <a:solidFill>
              <a:srgbClr val="B84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069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 ·  TextRank  ·  ViT5 (checkpoint VietAI, không fine-tune)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bài test đầu  ·  ROUGE-1/2/L  ·  đọc tay 20 bài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Trí Toàn  26410135    ·    Nguyễn Văn Thái  26410108    ·    Đỗ Quốc Hoàng  26410043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hoangdq08/vietnews-summarization-extractive-abstractive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NỘI DUNG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phút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Bốn khối báo cáo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5564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168249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91640" y="202996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tóm tắt tin tiếng Việt; extractive vs abstractive.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80720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91640" y="273405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308152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 test-100, Lead-3, TextRank, ViT5 sẵn có.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5876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378561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413308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n=100; đọc tay 20 bài — ViT5 cao điểm vẫn sai tên.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9103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91640" y="483717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846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cột trên máy / Docker. Không phụ thuộc Kaggle lúc bảo vệ.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ĐẶT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báo dài. Người đọc cần vài câu đúng ý.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5394960" cy="41148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63640" y="1600200"/>
            <a:ext cx="5394960" cy="411480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Rút trích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(extractive)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câu sẵn có trong bài, ghép lại. Ít bịa chữ mới. Có thể cụt, không liền mạch, lệch sapo.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Tóm lược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(abstractive)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câu mới. Mượt hơn. Có thể sai tên, sai số, đảo ý — ROUGE không bắt hết.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CÂU HỎI NGHIÊN CỨU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155680" cy="214884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Trên cùng tập test tin tức tiếng Việt, Lead-3, TextRank và ViT5 khác nhau thế nào về ROUGE — và khi đọc tay thì mỗi hệ sai kiểu gì?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0292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LÀM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lại ViT5 trên Vietnews. BERT+K-Means đa văn bản (trùng bài 8).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LÀM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hệ, cùng 100 id test, ROUGE, 20 bài đọc tay, demo 3 cột.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244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là checkpoint VietAI đã học Vietnews. Nhóm chạy sẵn, không nhận SOTA.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PHÁT BIỂU BÀI TOÁN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output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Một bài → một bản tóm tắt ngắn. Chấm với abstract mẫu.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06040" y="150876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7099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bài tiếng Việt (Vietnews, đã tách từ sẵn).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246888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7004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câu tóm tắt (Lead-3 / TextRank chọn câu; ViT5 sinh câu).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06040" y="342900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630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abstract trong file (đoạn sapo, tách khỏi thân bằng dòng trống).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38912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đo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06040" y="438912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459028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ROUGE-1, ROUGE-2, ROUGE-L (F1). Cùng 100 id.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DỮ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test_tokenized — 100 file đầu, đúng thứ tự tên.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github.com/ThanhChinhBK/vietnews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data/test_tokenized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L1/L2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000001.txt.seg … 000100.txt.seg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0936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DẠNG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abstract / thân bài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TỪ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dấu _ — không gọi lại underthesea trên gold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tự trộn train/test; không train trên Vietnews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Kaggle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Extractive ở máy. Abstractive chỉ inference trên Kaggle T4.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file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title / gold / body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câu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8716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dòng thân bài ≈ 1 câu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43484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312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câu đầu, CPU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cosine + PageRank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75320" y="1554480"/>
            <a:ext cx="1828800" cy="393192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36676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8504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T5Tokenizer, 4.44.2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2412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03327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3510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_ → space, rồi F1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BA 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câu đầu thân bài. Baseline chuẩn tóm tắt tin. Không học.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2628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câu, ma trận cosine, PageRank 40 vòng, lấy 3 câu theo thứ tự gốc.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611880" cy="493776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2104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VietAI/vit5-base-vietnews-summarization. Không prefix; generate max_length=256. Không fine-tune.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THIẾT LẬP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lập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Những gì đã chạy — không đoán thời gian GPU.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429768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Hạng mục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tiết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Tập chấm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id đầu test_tokenized; file data/test_ids.txt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mini M4, CPU, sklearn TF-IDF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2× Tesla T4; 1 GPU cuda:0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Tokenizer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T5Tokenizer; gỡ transformers 5, cài 4.44.2 (tránh KeyError: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 1024; max_length 256; early_stopping=True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Gradio 3 cột; Docker vietnews-demo cổng 7860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KẾT QUẢ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ROUGE F1  ·  thay “_” → space trên pred và ref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76656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1581912"/>
                <a:gridCol w="1581912"/>
                <a:gridCol w="1591056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0.2084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371600"/>
            <a:ext cx="4160520" cy="301752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2668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bảng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26680" y="20116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hơn một chút trên 100 bài này. Lead-3 ≥ TextRank. Không copy số paper. Không kết luận SOTA.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" y="466344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giữ dấu “_”, ViT5 bị trừ oan vì model không sinh cá_nhân giống gold.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CÙNG MỘT BIỂU ĐỒ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×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457200" y="960120"/>
          <a:ext cx="112471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ĐỌC TAY 20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không đủ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 điểm cao hơn vẫn sai tên và số.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97480" y="155448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82880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tên / gán nhầm người; đảo polarity; bịa súng-dao; xe bồn thay máy ủi.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88036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46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97480" y="288036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15468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 bịa (câu lấy từ bài). Hay lệch gold vì gold là sapo/kết luận.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20624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72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97480" y="420624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0" y="448056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Đôi khi nhảy đoạn hoặc trộn nhiều tin trong bài tổng hợp 24h.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BA VÍ DỤ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gold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Sai tên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Hồ Xuân Huy, 12 năm tù.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Bùi Quang Huy / Vũ nhôm, 3,2 tỷ.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000011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Bịa đối tượng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2628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trộm máy ủi, bán, mua dây chuyền.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“xe bồn”, thuê sửa chữa.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000036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Gán nhầm lời Dương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6676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Vĩnh chối Rolex 7.000 USD.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Vĩnh “khai cho ông Vĩnh” 27 tỷ.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GPU lúc bảo vệ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 cột trên cùng một bài test.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app/demo.py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http://127.0.0.1:7860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Docker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start vietnews-demo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Cùng cổng 7860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Dữ liệu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2104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preds.json có sẵn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Lead-3 / TextRank tính lúc chọn bài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4983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Quay video 2 phút dự phòng nếu máy phòng máy không có Docker.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KẾT LUẬN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557784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63640" y="1005840"/>
            <a:ext cx="5394960" cy="493776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được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100 bài test đầu Vietnews, ViT5 ROUGE-1/2/L cao hơn Lead-3 và TextRank một chút.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20 bài: ViT5 vẫn sai tên, đảo ý, bịa chi tiết — ROUGE không thay cho đối chiếu gold.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16052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an toàn về chữ (lấy từ bài) nhưng hay lệch sapo.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188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nhận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6916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100 bài, không phải full test gốc paper.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6517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đã học Vietnews; không tách được “khả năng mô hình” với “đã thấy miền này”.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0" y="36118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dạng bản tin 24h (nhiều tin/bài) cả ba hệ đều yếu.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457200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latency; chưa 500 bài (L3 bỏ qua).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NẾU LÀM TIẾP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Ngoài phạm vi đồ 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691640" y="109728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280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thêm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65960" y="17373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20 bài; đếm sai tên/số có hệ thống.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56032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691640" y="256032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74320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đa tin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65960" y="32004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bài “an ninh 24h” thành từng tin trước khi tóm.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2336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691640" y="402336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65960" y="42062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 trùng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65960" y="46634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fine-tune, phải miền khác Vietnews.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TÀI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dùng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Nguyen et al. — VNDS / Vietnews. https://github.com/ThanhChinhBK/vietnews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Phan et al. 2022. ViT5. NAACL SRW. Checkpoint: VietAI/vit5-base-vietnews-summarization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Lin 2004. ROUGE. Model card ViT5: không prefix, &lt;/s&gt;, max_length=256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Mihalcea &amp; Tarau — TextRank. Lead-3: baseline tóm tắt tin.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Repo nhóm: github.com/hoangdq08/vietnews-summarization-extractive-abstractive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HỎI ĐÁP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nào cũng được.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Số liệu nằm trong results/.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127.0.0.1:7860   ·   Repo: hoangdq08/vietnews-summarization-extractive-abstractive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sánh tóm tắt rút trích và tóm lược trên tin tức tiếng Việt</dc:title>
  <dc:subject>Đồ án NLP — Vietnews extractive vs abstractive</dc:subject>
  <dc:creator>CS221 · UIT</dc:creator>
  <cp:lastModifiedBy>CS221 · UIT</cp:lastModifiedBy>
  <cp:revision>1</cp:revision>
  <dcterms:created xsi:type="dcterms:W3CDTF">2026-09-08T15:43:20Z</dcterms:created>
  <dcterms:modified xsi:type="dcterms:W3CDTF">2026-09-08T15:43:20Z</dcterms:modified>
</cp:coreProperties>
</file>